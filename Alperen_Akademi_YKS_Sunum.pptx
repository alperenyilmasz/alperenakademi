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530352"/>
            <a:ext cx="11045952" cy="559612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>
                <a:solidFill>
                  <a:srgbClr val="F8FAFC"/>
                </a:solidFill>
                <a:latin typeface="Segoe UI"/>
              </a:rPr>
              <a:t>Alperen Akademi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700784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94A3B8"/>
                </a:solidFill>
                <a:latin typeface="Segoe UI"/>
              </a:rPr>
              <a:t>YKS Deneme Performans ve Gelisim Takip 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58568"/>
            <a:ext cx="256032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JavaFX ile gelistirilmis modern ogrenci performans dashboard'u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TYT / AYT deneme takibi, hedef analizi ve gelisim grafiklerini tek ekranda toplar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Dashboard odakli, kart tabanli ve koyu tema uyumlu arayuz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078992"/>
            <a:ext cx="25603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39912" y="1197864"/>
            <a:ext cx="22311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Teknoloji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2" y="1435607"/>
            <a:ext cx="22311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D3EE"/>
                </a:solidFill>
                <a:latin typeface="Segoe UI"/>
              </a:rPr>
              <a:t>JavaFX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792224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FXML + CSS + Maven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404872"/>
            <a:ext cx="25603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9912" y="2523744"/>
            <a:ext cx="22311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Odak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2761488"/>
            <a:ext cx="22311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C55E"/>
                </a:solidFill>
                <a:latin typeface="Segoe UI"/>
              </a:rPr>
              <a:t>YKS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118104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Deneme ve hedef takibi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730752"/>
            <a:ext cx="25603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3849624"/>
            <a:ext cx="22311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Arayuz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4087368"/>
            <a:ext cx="22311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AB308"/>
                </a:solidFill>
                <a:latin typeface="Segoe U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4443984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Sidebar + modern kartlar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Problem ve Ihtiyac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YKS hazirlik surecinde verilerin daginik olmasi karar vermeyi zorlastirir.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892808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8105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Daginik veri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21992"/>
            <a:ext cx="29443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Deneme sonuclari, hedefler, net ortalamalari ve haberler farkli yerlerde takip ediliyor.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38328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36007" y="1892808"/>
            <a:ext cx="118872" cy="118872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18105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Zayif gorunurluk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221992"/>
            <a:ext cx="29443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Ogrenci hangi derste geride oldugunu ve hedefe ne kadar kaldigini hizli goremez.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38328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39328" y="189280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18105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Motivasyon ihtiyaci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221992"/>
            <a:ext cx="29443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Sinava kalan sure ve hedef ilerlemesi tek ekranda gorulmediginde takip disiplini azalir.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Cozum: deneme kayitlarini, netleri, grafikleri ve hedef analizini tek dashboard deneyiminde birlestirmek.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Modern arayuz: kullanicinin 3 saniyede genel durumunu anlayabilecegi kartli tasarim.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Hedef odakli takip: kalan TYT / AYT netleri ve ders bazli ortalamalar.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Projenin Amaci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Ogrenciye olculebilir, gorsel ve hedef odakli bir YKS takip sistemi sunmak.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7492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" y="184708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1764792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Deneme Kaydi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46360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TYT ve AYT deneme sonuclarini ders ders kaydetme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45920"/>
            <a:ext cx="507492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56248" y="184708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9128" y="1764792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Performans Analizi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176272"/>
            <a:ext cx="46360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Puan, net ve ders ortalamalarini grafiklerle izleme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39"/>
            <a:ext cx="507492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24128" y="3721607"/>
            <a:ext cx="118872" cy="118872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3639311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Hedef Analizi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4050791"/>
            <a:ext cx="46360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Universite / bolum hedeflerine gore kalan netleri hesaplama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520439"/>
            <a:ext cx="507492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6248" y="3721607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3639311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Motivasyon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050791"/>
            <a:ext cx="46360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YKS geri sayimi ve guncel durum kartlariyla sureci canli tutma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Teknoloji ve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JavaFX tabanli, FXML ile ayrilmis, servis katmani bulunan masaustu uygulama.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UI Katmani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76272"/>
            <a:ext cx="2990088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MainLayout.fxml + app.css
Modern dashboard, sidebar, kartlar, grafikler ve formlar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90288" y="1847088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1764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76272"/>
            <a:ext cx="2990088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MainController.java
Sayfa akisi, veri baglama, arayuz guncelleme ve event yonetimi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7888" y="184708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764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Servisler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176272"/>
            <a:ext cx="2990088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CountdownService, ScoreCalculatorService, RankingEstimator
Hesaplama ve is kurallari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4160520"/>
            <a:ext cx="72237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15768" y="4361688"/>
            <a:ext cx="118872" cy="118872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98648" y="4279392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Model / Veri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690872"/>
            <a:ext cx="67848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MockExam, LessonResult, UserProfile vb.
Deneme ve hedef bilgilerinin yerel saklanmasi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Ana Moduller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Uygulama sol sidebar uzerinden moduller arasinda hizli gecis saglar.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709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627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03911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Geri sayim, performans ozeti, hedef ilerlemesi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67328" y="1709928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0208" y="1627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Deneme Giris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03911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TYT / AYT deneme sonucu kaydi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47688" y="170992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627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Deneme Listesi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03911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Kayitli denemeleri tarihe gore listeleme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50876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28048" y="1709928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0928" y="1627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Grafik ve Analiz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03911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Puan trendi ve ders net dagilimi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6968" y="3675887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3593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Haftalik Takip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0507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Ders ve konu bazli soru takibi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47472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67328" y="3675887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50208" y="3593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Hedef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5" y="400507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Kalan netler, tahmini sira ve hedef kartlari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47472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647688" y="3675887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3593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Takvim / Haberler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976" y="400507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Guncel deneme takvimi ve YKS haberleri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474720"/>
            <a:ext cx="25146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28048" y="3675887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10928" y="3593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Ayarlar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4005072"/>
            <a:ext cx="20756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Profil, tema ve dil tercihleri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Modern Dashboard Tasarimi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Ust menuden sol sidebar navigasyona gecilerek profesyonel bir admin panel deneyimi olusturuldu.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166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Sabit sol sidebar: ikon + metin seklinde dikey menu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Aktif sayfa highlight: secili bolum renkli arka plan ile belirgin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Responsive davranis: dar ekranlarda ikon-only sidebar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Ana icerik alani: sidebar'in saginda genis, kart tabanli layout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Koyu mavi tema: soft shadow, yuvarlatilmis koseler ve dengeli bosluklar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480560" cy="3566160"/>
          </a:xfrm>
          <a:prstGeom prst="roundRect">
            <a:avLst/>
          </a:prstGeom>
          <a:solidFill>
            <a:srgbClr val="0C14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Sidebar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402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⌂ Dashboard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✎ Deneme Giris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▣ Grafik ve Analiz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◎ Hedef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⚙ Ayarlar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828800"/>
            <a:ext cx="137160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08592" y="2011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Segoe UI"/>
              </a:rPr>
              <a:t>Icerik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25146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Segoe UI"/>
              </a:rPr>
              <a:t>Kartlar
Grafikler
Formlar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YKS Geri Sayim Paneli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Canvas tabanli circular progress ring ile gun, saat, dakika ve saniye takibi.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1828800"/>
            <a:ext cx="1600200" cy="1600200"/>
          </a:xfrm>
          <a:prstGeom prst="ellipse">
            <a:avLst/>
          </a:prstGeom>
          <a:solidFill>
            <a:srgbClr val="0F172A"/>
          </a:solidFill>
          <a:ln w="635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Segoe UI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AB308"/>
                </a:solidFill>
                <a:latin typeface="Segoe UI"/>
              </a:rPr>
              <a:t>Sari</a:t>
            </a:r>
          </a:p>
        </p:txBody>
      </p:sp>
      <p:sp>
        <p:nvSpPr>
          <p:cNvPr id="9" name="Oval 8"/>
          <p:cNvSpPr/>
          <p:nvPr/>
        </p:nvSpPr>
        <p:spPr>
          <a:xfrm>
            <a:off x="3794760" y="1828800"/>
            <a:ext cx="1600200" cy="1600200"/>
          </a:xfrm>
          <a:prstGeom prst="ellipse">
            <a:avLst/>
          </a:prstGeom>
          <a:solidFill>
            <a:srgbClr val="0F172A"/>
          </a:solidFill>
          <a:ln w="635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144475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SAAT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Segoe UI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B82F6"/>
                </a:solidFill>
                <a:latin typeface="Segoe UI"/>
              </a:rPr>
              <a:t>Mavi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1828800"/>
            <a:ext cx="1600200" cy="1600200"/>
          </a:xfrm>
          <a:prstGeom prst="ellipse">
            <a:avLst/>
          </a:prstGeom>
          <a:solidFill>
            <a:srgbClr val="0F172A"/>
          </a:solidFill>
          <a:ln w="635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4475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DAKIKA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Segoe UI"/>
              </a:rPr>
              <a:t>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Segoe UI"/>
              </a:rPr>
              <a:t>Yesil</a:t>
            </a:r>
          </a:p>
        </p:txBody>
      </p:sp>
      <p:sp>
        <p:nvSpPr>
          <p:cNvPr id="17" name="Oval 16"/>
          <p:cNvSpPr/>
          <p:nvPr/>
        </p:nvSpPr>
        <p:spPr>
          <a:xfrm>
            <a:off x="9098280" y="1828800"/>
            <a:ext cx="1600200" cy="1600200"/>
          </a:xfrm>
          <a:prstGeom prst="ellipse">
            <a:avLst/>
          </a:prstGeom>
          <a:solidFill>
            <a:srgbClr val="0F172A"/>
          </a:solidFill>
          <a:ln w="635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59" y="144475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Segoe UI"/>
              </a:rPr>
              <a:t>SANIYE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Segoe UI"/>
              </a:rPr>
              <a:t>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657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D3EE"/>
                </a:solidFill>
                <a:latin typeface="Segoe UI"/>
              </a:rPr>
              <a:t>Turkuaz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Her saniye otomatik guncellenir.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Progress oranlari birim maksimumuna gore hesaplanir.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Dashboard karti sabit kalacak sekilde pulse animasyonu kaldirildi.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F8FAFC"/>
                </a:solidFill>
                <a:latin typeface="Segoe UI"/>
              </a:rPr>
              <a:t>Deneme </a:t>
            </a:r>
            <a:r>
              <a:rPr sz="2700" b="1" dirty="0" err="1">
                <a:solidFill>
                  <a:srgbClr val="F8FAFC"/>
                </a:solidFill>
                <a:latin typeface="Segoe UI"/>
              </a:rPr>
              <a:t>Girisi</a:t>
            </a:r>
            <a:r>
              <a:rPr sz="27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sz="2700" b="1" dirty="0" err="1">
                <a:solidFill>
                  <a:srgbClr val="F8FAFC"/>
                </a:solidFill>
                <a:latin typeface="Segoe UI"/>
              </a:rPr>
              <a:t>ve</a:t>
            </a:r>
            <a:r>
              <a:rPr sz="2700" b="1" dirty="0">
                <a:solidFill>
                  <a:srgbClr val="F8FAFC"/>
                </a:solidFill>
                <a:latin typeface="Segoe UI"/>
              </a:rPr>
              <a:t> Puan </a:t>
            </a:r>
            <a:r>
              <a:rPr sz="2700" b="1" dirty="0" err="1">
                <a:solidFill>
                  <a:srgbClr val="F8FAFC"/>
                </a:solidFill>
                <a:latin typeface="Segoe UI"/>
              </a:rPr>
              <a:t>Hesaplama</a:t>
            </a:r>
            <a:endParaRPr sz="2700" b="1" dirty="0">
              <a:solidFill>
                <a:srgbClr val="F8FAFC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Ogrenci TYT / AYT sonucunu ders bazinda girer; sistem net ve tahmini puan uretir.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3756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" y="180136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288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Giris Formu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30552"/>
            <a:ext cx="28986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Deneme tarihi, sinav turu, derslere gore dogru / yanlis alanlari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36007" y="1801368"/>
            <a:ext cx="118872" cy="118872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Validasyon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130552"/>
            <a:ext cx="28986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Derslere gore maksimum soru sinirlari kontrol edilir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33756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93608" y="1801368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Hesaplama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130552"/>
            <a:ext cx="28986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Net = dogru - yanlis / 4
Tahmini puan servis katmaninda hesaplanir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Kaydedilen denemeler Deneme Listesi ekraninda TYT ve AYT olarak ayrilir.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Son denemeler hedef analizi ve tahmini siralama icin kullanilir.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Ders bazli net ortalamalari hedef ekranindaki kartlarda gosterilir.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Grafik ve Analiz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Performans trendlerini gorsellestirerek ogrencinin gelisimini okunabilir hale getirir.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937760" cy="3063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Segoe UI"/>
              </a:rPr>
              <a:t>TYT / AYT Puan Trendi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520440"/>
            <a:ext cx="32004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64792" y="3154680"/>
            <a:ext cx="32004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86584" y="3337560"/>
            <a:ext cx="3200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08376" y="2834640"/>
            <a:ext cx="320040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30168" y="2560320"/>
            <a:ext cx="320040" cy="1691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2423160"/>
            <a:ext cx="320040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4937760" cy="3063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Segoe UI"/>
              </a:rPr>
              <a:t>Ders Net Dagilimi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514600"/>
            <a:ext cx="1920240" cy="16459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20840" y="2990088"/>
            <a:ext cx="2834640" cy="164592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20840" y="3465576"/>
            <a:ext cx="1554480" cy="16459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20840" y="3941064"/>
            <a:ext cx="2377440" cy="1645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Hangi derste gelisim var?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Son deneme trendi nasil?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Hedefe yaklasma hizi yeterli mi?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Hedef Analizi ve Kalan Netler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Kalan netler artik uzun metin yerine kartli, taranabilir bir yapiyla sunulur.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0574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27631"/>
            <a:ext cx="17282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Genel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65376"/>
            <a:ext cx="1728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D3EE"/>
                </a:solidFill>
                <a:latin typeface="Segoe UI"/>
              </a:rPr>
              <a:t>362.8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21991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Gosterge puan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08760"/>
            <a:ext cx="20574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627631"/>
            <a:ext cx="17282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Tahmini Sira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865376"/>
            <a:ext cx="1728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F4444"/>
                </a:solidFill>
                <a:latin typeface="Segoe UI"/>
              </a:rPr>
              <a:t>~261.332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221991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Referans: 892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508760"/>
            <a:ext cx="20574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50992" y="1627631"/>
            <a:ext cx="17282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OBP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1865376"/>
            <a:ext cx="1728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C55E"/>
                </a:solidFill>
                <a:latin typeface="Segoe UI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2221991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Profil puani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508760"/>
            <a:ext cx="20574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82712" y="1627631"/>
            <a:ext cx="17282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TYT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1728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AB308"/>
                </a:solidFill>
                <a:latin typeface="Segoe UI"/>
              </a:rPr>
              <a:t>65.7 / 108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221991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Kalan: 42.3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508760"/>
            <a:ext cx="14173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14432" y="1627631"/>
            <a:ext cx="10881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Segoe UI"/>
              </a:rPr>
              <a:t>AYT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1865376"/>
            <a:ext cx="10881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C55E"/>
                </a:solidFill>
                <a:latin typeface="Segoe UI"/>
              </a:rPr>
              <a:t>75.7 / 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2221991"/>
            <a:ext cx="1088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Segoe UI"/>
              </a:rPr>
              <a:t>Kalan: 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91840"/>
            <a:ext cx="9966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TYT ve AYT netleri progress bar ile gosterilir.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Ders bazli ortalamalar mini kartlara bolunur.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Matematik netleri TYT Matematik ve AYT Matematik olarak ayrilir.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Yesil / sari / kirmizi renkler durum bilgisini hizli verir.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Veri Akisi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Deneme kaydindan hedef analizine uzanan temel surec.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3317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786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Kullanici girisi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Profil ve hedef bilgileri yuklenir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828800"/>
            <a:ext cx="23317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59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25786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Deneme kaydi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29718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Ders bazli dogru / yanlis girilir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3317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786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Hesaplama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Net, puan ve proxy siralama uretilir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828800"/>
            <a:ext cx="23317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599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5786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Analiz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29718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Grafikler ve kalan net kartlari guncellenir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754880"/>
            <a:ext cx="969264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Segoe UI"/>
              </a:rPr>
              <a:t>Sonuc: ogrenci hedefe ne kadar yaklastigini tek ekrandan takip eder.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8FAFC"/>
                </a:solidFill>
                <a:latin typeface="Segoe UI"/>
              </a:rPr>
              <a:t>Demo Akisi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Sunumda uygulamayi anlatirken kullanilabilecek pratik senaryo.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96596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1. Uygulamayi ac ve kullanici girisi yap.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2. Dashboard: sidebar, YKS geri sayimi, performans ozeti ve hedef ozetini goster.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3. Deneme Giris: ornek TYT / AYT kaydi nasil yapilir anlat.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4. Grafik ve Analiz: puan trendi ve ders net dagilimini goster.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5. Hedef: kalan netler, progress barlar ve ders bazli kartlari acikla.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6. Ayarlar: tema, dil ve profil alanlarini kisaca goster.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74519"/>
            <a:ext cx="2606040" cy="2240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96528" y="2075688"/>
            <a:ext cx="118872" cy="118872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79408" y="199339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Segoe UI"/>
              </a:rPr>
              <a:t>Sunum ipucu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4816" y="2404872"/>
            <a:ext cx="2167128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Segoe UI"/>
              </a:rPr>
              <a:t>Her ekrani anlatirken problemi, cozumunu ve ogrenciye sagladigi faydayi bir cumleyle bagla.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1143000"/>
            <a:ext cx="9921240" cy="4160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08760" y="1572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Segoe UI"/>
              </a:rPr>
              <a:t>Sonuc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36192" y="2148840"/>
            <a:ext cx="1828800" cy="502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72768" y="2560320"/>
            <a:ext cx="8778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Proje, YKS hazirlik surecini tek merkezden takip edilebilir hale getirir.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Modern sidebar ve kart tabanli dashboard profesyonel bir kullanici deneyimi sunar.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Hedef analizi, kalan netler ve ders ortalamalari ogrencinin calisma planini destekler.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JavaFX + FXML + CSS yapisi sayesinde masaustu uygulamada web-style bir arayuz elde edilir.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470916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Segoe UI"/>
              </a:rPr>
              <a:t>Tesekkurler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236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951</Words>
  <Application>Microsoft Office PowerPoint</Application>
  <PresentationFormat>Geniş ekran</PresentationFormat>
  <Paragraphs>178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Alperen Yılmaz</cp:lastModifiedBy>
  <cp:revision>2</cp:revision>
  <dcterms:created xsi:type="dcterms:W3CDTF">2013-01-27T09:14:16Z</dcterms:created>
  <dcterms:modified xsi:type="dcterms:W3CDTF">2026-05-11T18:11:48Z</dcterms:modified>
  <cp:category/>
</cp:coreProperties>
</file>